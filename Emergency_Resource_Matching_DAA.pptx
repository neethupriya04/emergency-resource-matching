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729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8C42"/>
                </a:solidFill>
                <a:latin typeface="Inter" pitchFamily="34" charset="0"/>
                <a:ea typeface="Inter" pitchFamily="34" charset="-122"/>
              </a:rPr>
              <a:t>TEAM-7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 Resource Matching System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algorithm-driven system that matches emergency requests with suitable available resources based on urgency, distance, and suitability.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DOMAIN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Resource Allocation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ALGORITHMS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Queue | Matching | Greedy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94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694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| Flask | PostgreSQL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 .VARSHITHA  | G.LAKSHMI SRIJA | P.NEETHU PRIYA |  T.THERISHMA 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45720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132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212080" y="566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566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B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100584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12080" y="1005840"/>
            <a:ext cx="73152" cy="5486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349240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E001 · Critical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60920" y="100584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67928" y="1005840"/>
            <a:ext cx="73152" cy="548640"/>
          </a:xfrm>
          <a:prstGeom prst="rect">
            <a:avLst/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424928" y="1005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A001 Ambulance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12080" y="18745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12080" y="1874520"/>
            <a:ext cx="73152" cy="548640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349240" y="1874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E002 · High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60920" y="187452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67928" y="1874520"/>
            <a:ext cx="73152" cy="548640"/>
          </a:xfrm>
          <a:prstGeom prst="rect">
            <a:avLst/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424928" y="18745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A002 Ambulance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12080" y="274320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12080" y="2743200"/>
            <a:ext cx="73152" cy="548640"/>
          </a:xfrm>
          <a:prstGeom prst="rect">
            <a:avLst/>
          </a:prstGeom>
          <a:solidFill>
            <a:srgbClr val="FFC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34924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E003 · Medium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60920" y="27432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567928" y="2743200"/>
            <a:ext cx="73152" cy="548640"/>
          </a:xfrm>
          <a:prstGeom prst="rect">
            <a:avLst/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7424928" y="27432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F001 Fire Truck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12080" y="361188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212080" y="3611880"/>
            <a:ext cx="73152" cy="54864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5349240" y="3611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E004 · Low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60920" y="361188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567928" y="3611880"/>
            <a:ext cx="73152" cy="548640"/>
          </a:xfrm>
          <a:prstGeom prst="rect">
            <a:avLst/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424928" y="36118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A003 Ambulance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629400" y="1280160"/>
            <a:ext cx="731520" cy="914"/>
          </a:xfrm>
          <a:prstGeom prst="line">
            <a:avLst/>
          </a:prstGeom>
          <a:noFill/>
          <a:ln w="22225">
            <a:solidFill>
              <a:srgbClr val="FF8C4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629400" y="2148840"/>
            <a:ext cx="731520" cy="1737360"/>
          </a:xfrm>
          <a:prstGeom prst="line">
            <a:avLst/>
          </a:prstGeom>
          <a:noFill/>
          <a:ln w="22225">
            <a:solidFill>
              <a:srgbClr val="FF8C4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629400" y="3017520"/>
            <a:ext cx="731520" cy="914"/>
          </a:xfrm>
          <a:prstGeom prst="line">
            <a:avLst/>
          </a:prstGeom>
          <a:noFill/>
          <a:ln w="22225">
            <a:solidFill>
              <a:srgbClr val="FF8C4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 flipV="1">
            <a:off x="6629400" y="2148840"/>
            <a:ext cx="731520" cy="1737360"/>
          </a:xfrm>
          <a:prstGeom prst="line">
            <a:avLst/>
          </a:prstGeom>
          <a:noFill/>
          <a:ln w="22225">
            <a:solidFill>
              <a:srgbClr val="FF8C4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73152" cy="60350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105156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05156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emergency should be handled first?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764792"/>
            <a:ext cx="73152" cy="603504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764792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76479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resources are feasible?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478024"/>
            <a:ext cx="73152" cy="603504"/>
          </a:xfrm>
          <a:prstGeom prst="rect">
            <a:avLst/>
          </a:prstGeom>
          <a:solidFill>
            <a:srgbClr val="FFC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2478024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47802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resource is most suitable?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191256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191256"/>
            <a:ext cx="73152" cy="603504"/>
          </a:xfrm>
          <a:prstGeom prst="rect">
            <a:avLst/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0080" y="3191256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19125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should urgency and distance influence the decision?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105156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13294F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07492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Emergency Requests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78040" y="1161288"/>
            <a:ext cx="438912" cy="283464"/>
          </a:xfrm>
          <a:prstGeom prst="roundRect">
            <a:avLst>
              <a:gd name="adj" fmla="val 25806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178040" y="1161288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680960" y="1161288"/>
            <a:ext cx="438912" cy="283464"/>
          </a:xfrm>
          <a:prstGeom prst="roundRect">
            <a:avLst>
              <a:gd name="adj" fmla="val 25806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680960" y="1161288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183880" y="1161288"/>
            <a:ext cx="438912" cy="283464"/>
          </a:xfrm>
          <a:prstGeom prst="roundRect">
            <a:avLst>
              <a:gd name="adj" fmla="val 25806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183880" y="1161288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E3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178308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13294F"/>
          </a:solidFill>
          <a:ln w="1905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07492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Resources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78040" y="1892808"/>
            <a:ext cx="438912" cy="283464"/>
          </a:xfrm>
          <a:prstGeom prst="roundRect">
            <a:avLst>
              <a:gd name="adj" fmla="val 25806"/>
            </a:avLst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178040" y="1892808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680960" y="1892808"/>
            <a:ext cx="438912" cy="283464"/>
          </a:xfrm>
          <a:prstGeom prst="roundRect">
            <a:avLst>
              <a:gd name="adj" fmla="val 25806"/>
            </a:avLst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680960" y="1892808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183880" y="1892808"/>
            <a:ext cx="438912" cy="283464"/>
          </a:xfrm>
          <a:prstGeom prst="roundRect">
            <a:avLst>
              <a:gd name="adj" fmla="val 25806"/>
            </a:avLst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8183880" y="1892808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4937760" y="2267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937760" y="251460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13294F"/>
          </a:solidFill>
          <a:ln w="1905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507492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 + Distance + Suitability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937760" y="2999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937760" y="324612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13294F"/>
          </a:solidFill>
          <a:ln w="1905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507492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Intelligent Allocation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  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resource should not simply be assigned to the first request. The decision must be algorithm-based and understandable.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Innovation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468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468880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94360" y="1051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PRIORITY QUEUE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C6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emergencies by urgency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&gt; High &gt; Medium &gt; Low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1920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1051560"/>
            <a:ext cx="2468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37560" y="1051560"/>
            <a:ext cx="2468880" cy="45720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474720" y="1051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MATCHING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15727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C6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resources feasible for the selected emergency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type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Suitability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1920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051560"/>
            <a:ext cx="2468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051560"/>
            <a:ext cx="2468880" cy="457200"/>
          </a:xfrm>
          <a:prstGeom prst="rect">
            <a:avLst/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355080" y="1051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GREEDY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5727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C6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best currently feasible resource by a defined score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Suitability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57200" y="3520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240280" y="35204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560320" y="352044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2560320" y="3520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Feasible Matching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343400" y="35204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352044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663440" y="3520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Local Choice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35204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66560" y="352044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766560" y="3520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3294F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Greedy algorithm makes the best locally feasible choice according to the defined scoring rule.”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2900" y="100584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13294F"/>
          </a:solidFill>
          <a:ln w="12700">
            <a:solidFill>
              <a:srgbClr val="8FA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88620" y="10058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Requests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51660" y="1005840"/>
            <a:ext cx="228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80260" y="100584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125980" y="10058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Queue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589020" y="1005840"/>
            <a:ext cx="228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17620" y="100584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863340" y="10058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Highest-Priority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326380" y="1005840"/>
            <a:ext cx="228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54980" y="100584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600700" y="10058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Feasible Resources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7063740" y="1005840"/>
            <a:ext cx="228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92340" y="100584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338060" y="10058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2900" y="178308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88620" y="1783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Resource Scores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851660" y="1783080"/>
            <a:ext cx="228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80260" y="178308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2125980" y="1783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Selection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3589020" y="1783080"/>
            <a:ext cx="228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817620" y="178308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3863340" y="1783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Resource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326380" y="1783080"/>
            <a:ext cx="228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54980" y="178308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600700" y="1783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Availability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063740" y="1783080"/>
            <a:ext cx="228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92340" y="178308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13294F"/>
          </a:solidFill>
          <a:ln w="12700">
            <a:solidFill>
              <a:srgbClr val="8FA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7338060" y="1783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Next Emergency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5760720" y="23317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↺ loop back to Priority Queue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269748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" y="2697480"/>
            <a:ext cx="1143000" cy="566928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457200" y="26974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737360" y="2697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requests + available resources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7200" y="3383280"/>
            <a:ext cx="1143000" cy="56692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457200" y="33832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737360" y="33832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Queue → Matching → Greedy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06908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7200" y="4069080"/>
            <a:ext cx="1143000" cy="566928"/>
          </a:xfrm>
          <a:prstGeom prst="rect">
            <a:avLst/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457200" y="40690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737360" y="40690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+ distance + score + status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26974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13294F"/>
          </a:solidFill>
          <a:ln w="12700">
            <a:solidFill>
              <a:srgbClr val="8FA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484632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3035808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4846320" y="30358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E001 · Critical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46320" y="3474720"/>
            <a:ext cx="676656" cy="274320"/>
          </a:xfrm>
          <a:prstGeom prst="roundRect">
            <a:avLst>
              <a:gd name="adj" fmla="val 26667"/>
            </a:avLst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4846320" y="347472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A001 ✓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96128" y="3474720"/>
            <a:ext cx="676656" cy="274320"/>
          </a:xfrm>
          <a:prstGeom prst="roundRect">
            <a:avLst>
              <a:gd name="adj" fmla="val 26667"/>
            </a:avLst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5596128" y="347472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A002 ✓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45936" y="3474720"/>
            <a:ext cx="676656" cy="274320"/>
          </a:xfrm>
          <a:prstGeom prst="roundRect">
            <a:avLst>
              <a:gd name="adj" fmla="val 26667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6345936" y="347472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F001 ✗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8463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C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Greedy Selection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46320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4846320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A001 Selected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6309360" y="41148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A001 becomes unavailable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667512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F001 ✗: wrong resource type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&amp; Algorithm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" cy="77724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DAA implementation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82296" cy="777240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4747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82296" cy="777240"/>
          </a:xfrm>
          <a:prstGeom prst="rect">
            <a:avLst/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6364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storage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Algorithm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Purpose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Complexity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 Queue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Prioritize emergency requests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O(log n) insert / remove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Matching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Find feasible request–resource pairs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O(n × m) straightforward checking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Greedy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Select best currently feasible resource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O(m) scan of feasible resources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r>
              <a:rPr lang="en-US" sz="1100" dirty="0">
                <a:solidFill>
                  <a:srgbClr val="C9D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number of emergency requests     </a:t>
            </a:r>
            <a:r>
              <a:rPr lang="en-US" sz="11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r>
              <a:rPr lang="en-US" sz="1100" dirty="0">
                <a:solidFill>
                  <a:srgbClr val="C9D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number of resources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&amp; Impact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73152" cy="9144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1005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E001 · Accident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C6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Urgency: Critical  |  Needs: Ambulance  |  Patients: 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023360" cy="365760"/>
          </a:xfrm>
          <a:prstGeom prst="roundRect">
            <a:avLst>
              <a:gd name="adj" fmla="val 12500"/>
            </a:avLst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943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A001 — Ambulance — 2 km — Cap 4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SELECTED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4023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2450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A002 — Ambulance — 3.5 km — Cap 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4023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94360" y="28895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A003 — Ambulance — 8 km — Cap 4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64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D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rule: best score = suitability + capacity fit − distance penalty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05840"/>
          <a:ext cx="4023360" cy="1371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Emergency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Resource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Distance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E001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A001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km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B67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Assigned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E002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F001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 km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B67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Assigned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E003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A002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3.5 km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B67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Assigned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E004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Unmatched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663440" y="2423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C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sample values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63440" y="2697480"/>
            <a:ext cx="1280160" cy="868680"/>
          </a:xfrm>
          <a:prstGeom prst="roundRect">
            <a:avLst>
              <a:gd name="adj" fmla="val 5263"/>
            </a:avLst>
          </a:prstGeom>
          <a:solidFill>
            <a:srgbClr val="13294F"/>
          </a:solidFill>
          <a:ln w="12700">
            <a:solidFill>
              <a:srgbClr val="8FA3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663440" y="26974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35040" y="2697480"/>
            <a:ext cx="1280160" cy="868680"/>
          </a:xfrm>
          <a:prstGeom prst="roundRect">
            <a:avLst>
              <a:gd name="adj" fmla="val 5263"/>
            </a:avLst>
          </a:prstGeom>
          <a:solidFill>
            <a:srgbClr val="13294F"/>
          </a:solidFill>
          <a:ln w="12700">
            <a:solidFill>
              <a:srgbClr val="8FA3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035040" y="26974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 run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406640" y="2697480"/>
            <a:ext cx="1280160" cy="868680"/>
          </a:xfrm>
          <a:prstGeom prst="roundRect">
            <a:avLst>
              <a:gd name="adj" fmla="val 5263"/>
            </a:avLst>
          </a:prstGeom>
          <a:solidFill>
            <a:srgbClr val="13294F"/>
          </a:solidFill>
          <a:ln w="12700">
            <a:solidFill>
              <a:srgbClr val="8FA3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406640" y="26974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assignment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97764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457200" y="397764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prioritization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21408" y="397764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2121408" y="397764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resource utilization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785616" y="397764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3785616" y="397764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 decisions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449824" y="397764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2EB6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449824" y="397764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Understandable assignments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114032" y="397764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132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7114032" y="397764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manual effort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Vision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B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ACHIEVEMENT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173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Priority-based emergency processing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Feasible resource matching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Greedy resource selection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Visible algorithm execution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Clear assignment results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13294F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IMPROVEMENTS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41732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emergency data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GPS-based distance calculation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resource availability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resource updates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matching strategies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Multi-resource emergencies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PostgreSQL deployment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D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“Our system transforms emergency resource allocation into a transparent algorithmic decision-making process using Priority Queue, Matching, and Greedy algorithms.”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C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593</Words>
  <Application>Microsoft Office PowerPoint</Application>
  <PresentationFormat>On-screen Show (16:9)</PresentationFormat>
  <Paragraphs>194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 Resource Matching System</dc:title>
  <dc:subject>PptxGenJS Presentation</dc:subject>
  <dc:creator>PptxGenJS</dc:creator>
  <cp:lastModifiedBy>Varshitha Kandagatla</cp:lastModifiedBy>
  <cp:revision>2</cp:revision>
  <dcterms:created xsi:type="dcterms:W3CDTF">2026-10-03T06:03:23Z</dcterms:created>
  <dcterms:modified xsi:type="dcterms:W3CDTF">2026-10-03T06:21:32Z</dcterms:modified>
</cp:coreProperties>
</file>